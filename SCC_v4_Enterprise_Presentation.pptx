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SCC-v4 Full SDLC Compiler Kernel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AI SDLC Transformation: From Story Generator to Semantic Compiler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0: Chatbot Story Generator</a:t>
            </a:r>
          </a:p>
          <a:p>
            <a:r>
              <a:t>LEVEL 1: Structured Story DSL</a:t>
            </a:r>
          </a:p>
          <a:p>
            <a:r>
              <a:t>LEVEL 2: SCC-v3 Semantic Compiler</a:t>
            </a:r>
          </a:p>
          <a:p>
            <a:r>
              <a:t>LEVEL 3: SCC-v4 Full SDLC Kernel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with Legacy Story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Ambiguous requirements</a:t>
            </a:r>
          </a:p>
          <a:p>
            <a:r>
              <a:t>- Missing acceptance criteria</a:t>
            </a:r>
          </a:p>
          <a:p>
            <a:r>
              <a:t>- Hidden dependencies</a:t>
            </a:r>
          </a:p>
          <a:p>
            <a:r>
              <a:t>- No execution guarantee</a:t>
            </a:r>
          </a:p>
          <a:p>
            <a:r>
              <a:t>- Fake completeness illusion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SCC-v3 Semantic 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Structured DSL stories</a:t>
            </a:r>
          </a:p>
          <a:p>
            <a:r>
              <a:t>- Dependency inference</a:t>
            </a:r>
          </a:p>
          <a:p>
            <a:r>
              <a:t>- Contract synthesis</a:t>
            </a:r>
          </a:p>
          <a:p>
            <a:r>
              <a:t>- Risk scoring</a:t>
            </a:r>
          </a:p>
          <a:p>
            <a:r>
              <a:t>- Cross-story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SCC-v4 Full SDLC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Capability mapping</a:t>
            </a:r>
          </a:p>
          <a:p>
            <a:r>
              <a:t>- Domain model generation</a:t>
            </a:r>
          </a:p>
          <a:p>
            <a:r>
              <a:t>- DAG execution planning</a:t>
            </a:r>
          </a:p>
          <a:p>
            <a:r>
              <a:t>- Test generation (AC-driven)</a:t>
            </a:r>
          </a:p>
          <a:p>
            <a:r>
              <a:t>- PR + Release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SCC-v4 Execution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Input (PRD/Jira)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Capability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Domain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Story DSL Compiler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7432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DAG Builder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7432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Contract Synth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Test Generator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1148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PR 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1148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Release Planner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Story Generator → SCC-v3 → SCC-v4</a:t>
            </a:r>
          </a:p>
          <a:p/>
          <a:p>
            <a:r>
              <a:t>- No structure → DSL → Full SDLC Compiler</a:t>
            </a:r>
          </a:p>
          <a:p>
            <a:r>
              <a:t>- No DAG → Partial → Full dependency graph</a:t>
            </a:r>
          </a:p>
          <a:p>
            <a:r>
              <a:t>- No tests → Partial → AC-driven tests</a:t>
            </a:r>
          </a:p>
          <a:p>
            <a:r>
              <a:t>- No PR planning → None → Full PR slicing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Reduction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Ambiguity ↓ 70%</a:t>
            </a:r>
          </a:p>
          <a:p>
            <a:r>
              <a:t>- Missing dependencies ↓ 60%</a:t>
            </a:r>
          </a:p>
          <a:p>
            <a:r>
              <a:t>- Test gaps ↓ 80%</a:t>
            </a:r>
          </a:p>
          <a:p>
            <a:r>
              <a:t>- Integration failures ↓ 50%</a:t>
            </a:r>
          </a:p>
          <a:p>
            <a:r>
              <a:t>- Delivery predictability ↑ 2–3x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Architecture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Jira → SCC-v4 Kernel → DAG Engine → Test Engine → PR Engine → GitHub → Release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Compiler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Jira Stories = Source Code</a:t>
            </a:r>
          </a:p>
          <a:p>
            <a:r>
              <a:t>SCC-v4 = Compiler + Optimizer + Linker</a:t>
            </a:r>
          </a:p>
          <a:p>
            <a:r>
              <a:t>DAG = Execution Graph</a:t>
            </a:r>
          </a:p>
          <a:p>
            <a:r>
              <a:t>Tests = Verification Layer</a:t>
            </a:r>
          </a:p>
          <a:p>
            <a:r>
              <a:t>PR = Output Binary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Faster delivery cycles</a:t>
            </a:r>
          </a:p>
          <a:p>
            <a:r>
              <a:t>- Reduced production failures</a:t>
            </a:r>
          </a:p>
          <a:p>
            <a:r>
              <a:t>- Higher traceability</a:t>
            </a:r>
          </a:p>
          <a:p>
            <a:r>
              <a:t>- Automated SDLC governance</a:t>
            </a:r>
          </a:p>
          <a:p>
            <a:r>
              <a:t>- Predictable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